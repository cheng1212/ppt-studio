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2000" y="3187700"/>
            <a:ext cx="1066800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11430000" y="31877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476500"/>
            <a:ext cx="1079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8500" y="26162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500" y="2667000"/>
            <a:ext cx="6540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000" y="3937000"/>
            <a:ext cx="1066800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11430000" y="3937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3225800"/>
            <a:ext cx="1079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8500" y="33655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5500" y="3416300"/>
            <a:ext cx="6540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2000" y="4686300"/>
            <a:ext cx="1066800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1430000" y="46863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975100"/>
            <a:ext cx="1079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8500" y="41148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5500" y="4165600"/>
            <a:ext cx="6540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2000" y="5435600"/>
            <a:ext cx="1066800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1430000" y="54356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724400"/>
            <a:ext cx="1079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8500" y="48641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5500" y="4914900"/>
            <a:ext cx="6540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2000" y="6184900"/>
            <a:ext cx="1066800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11430000" y="61849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5473700"/>
            <a:ext cx="1079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0392B"/>
                </a:solidFill>
                <a:latin typeface="Helvetica Neue"/>
                <a:ea typeface="Helvetica Neue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8500" y="56134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服务生态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5500" y="5664200"/>
            <a:ext cx="6540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补能网络与用户运营双轮驱动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349500"/>
            <a:ext cx="190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000" y="2540000"/>
            <a:ext cx="825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2971800"/>
            <a:ext cx="825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302000"/>
            <a:ext cx="190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4000" y="3492500"/>
            <a:ext cx="825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4000" y="3924300"/>
            <a:ext cx="825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254500"/>
            <a:ext cx="190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4000" y="4445000"/>
            <a:ext cx="825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4000" y="4876800"/>
            <a:ext cx="825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207000"/>
            <a:ext cx="190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4000" y="5397500"/>
            <a:ext cx="825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4000" y="5829300"/>
            <a:ext cx="825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095499"/>
            <a:ext cx="3302000" cy="393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2200" y="2476500"/>
            <a:ext cx="38100" cy="698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200" y="3365500"/>
            <a:ext cx="26416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4381500"/>
            <a:ext cx="264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200" y="4762500"/>
            <a:ext cx="26416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2286000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0" y="2362200"/>
            <a:ext cx="2095499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0" y="2413000"/>
            <a:ext cx="3048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6000" y="3111500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0" y="3187700"/>
            <a:ext cx="2095499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3238500"/>
            <a:ext cx="3048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0" y="3937000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0" y="4013200"/>
            <a:ext cx="2095499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4064000"/>
            <a:ext cx="3048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0" y="4762500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0" y="4838700"/>
            <a:ext cx="2095499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0" y="4889500"/>
            <a:ext cx="3048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215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952500"/>
            <a:ext cx="10668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5557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8288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857500"/>
            <a:ext cx="2159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33655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3810000"/>
            <a:ext cx="2159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0" y="2857500"/>
            <a:ext cx="2159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0" y="33655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0" y="3810000"/>
            <a:ext cx="2159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857500"/>
            <a:ext cx="2159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000" y="33655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3000" y="3810000"/>
            <a:ext cx="2159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0" y="2857500"/>
            <a:ext cx="2159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33655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3810000"/>
            <a:ext cx="2159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540000"/>
            <a:ext cx="106680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2540000"/>
            <a:ext cx="50800" cy="660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7178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8500" y="27178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3500" y="3365500"/>
            <a:ext cx="10096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3500" y="3365500"/>
            <a:ext cx="50800" cy="660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5433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0000" y="35433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4190999"/>
            <a:ext cx="95250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4190999"/>
            <a:ext cx="50800" cy="660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3688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1500" y="43688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6500" y="5016500"/>
            <a:ext cx="8953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76500" y="5016500"/>
            <a:ext cx="50800" cy="660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57500" y="51943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3000" y="51943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2540000"/>
            <a:ext cx="25019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984500"/>
            <a:ext cx="25019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365500"/>
            <a:ext cx="2501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873499"/>
            <a:ext cx="21209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540000"/>
            <a:ext cx="25019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984500"/>
            <a:ext cx="25019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65500"/>
            <a:ext cx="2501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873499"/>
            <a:ext cx="21209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0" y="2540000"/>
            <a:ext cx="25019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0" y="2984500"/>
            <a:ext cx="25019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3365500"/>
            <a:ext cx="2501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873499"/>
            <a:ext cx="21209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63000" y="2540000"/>
            <a:ext cx="25019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3000" y="2984500"/>
            <a:ext cx="25019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0" y="3365500"/>
            <a:ext cx="2501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0" y="3873499"/>
            <a:ext cx="21209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bg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6731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89000"/>
            <a:ext cx="5588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524000"/>
            <a:ext cx="558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879599"/>
            <a:ext cx="558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489200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500" y="2578100"/>
            <a:ext cx="190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3499" y="26289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238500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500" y="3327400"/>
            <a:ext cx="190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3499" y="33782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87799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1500" y="4076699"/>
            <a:ext cx="190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3499" y="41275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737100"/>
            <a:ext cx="952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1500" y="4826000"/>
            <a:ext cx="190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3499" y="4876800"/>
            <a:ext cx="254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2000" y="3048000"/>
            <a:ext cx="10668000" cy="0"/>
          </a:xfrm>
          <a:prstGeom prst="line">
            <a:avLst/>
          </a:prstGeom>
          <a:ln w="762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11430000" y="3048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700" y="2870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17500" y="3460750"/>
            <a:ext cx="215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17500" y="3841750"/>
            <a:ext cx="2159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0700" y="2870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9500" y="3460750"/>
            <a:ext cx="215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9500" y="3841750"/>
            <a:ext cx="2159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27700" y="2870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6500" y="3460750"/>
            <a:ext cx="215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6500" y="3841750"/>
            <a:ext cx="2159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94700" y="2870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3500" y="3460750"/>
            <a:ext cx="215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3500" y="3841750"/>
            <a:ext cx="2159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61700" y="2870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0500" y="3460750"/>
            <a:ext cx="215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2A33"/>
                </a:solidFill>
                <a:latin typeface="Helvetica Neue"/>
                <a:ea typeface="Helvetica Neue"/>
              </a:rPr>
              <a:t>服务生态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0500" y="3841750"/>
            <a:ext cx="2159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补能网络与用户运营双轮驱动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476500"/>
            <a:ext cx="4445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7500" y="2654300"/>
            <a:ext cx="43815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9779000" y="26543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6000" y="2476500"/>
            <a:ext cx="152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85750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302000"/>
            <a:ext cx="4445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7500" y="3479800"/>
            <a:ext cx="43815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9779000" y="34798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6000" y="3302000"/>
            <a:ext cx="152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68300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127500"/>
            <a:ext cx="4445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7500" y="4305300"/>
            <a:ext cx="43815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9779000" y="43053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6000" y="4127500"/>
            <a:ext cx="152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50850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953000"/>
            <a:ext cx="4445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7500" y="5130800"/>
            <a:ext cx="43815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779000" y="51308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6000" y="4953000"/>
            <a:ext cx="152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533400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778500"/>
            <a:ext cx="4445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Helvetica Neue"/>
                <a:ea typeface="Helvetica Neue"/>
              </a:rPr>
              <a:t>服务生态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7500" y="5956300"/>
            <a:ext cx="43815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9779000" y="59563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6000" y="5778500"/>
            <a:ext cx="152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615950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补能网络与用户运营双轮驱动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5000"/>
            <a:ext cx="10668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 · 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84400"/>
            <a:ext cx="1066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2286000"/>
            <a:ext cx="0" cy="393700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6096000" y="6223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27700" y="24130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0" y="2438400"/>
            <a:ext cx="444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0" y="27559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27700" y="30480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4000" y="3073400"/>
            <a:ext cx="444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000" y="33909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三电系统与智能驾驶双线突破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27700" y="36830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0" y="3708400"/>
            <a:ext cx="444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0" y="40259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轿车 / SUV / MPV 全价格带覆盖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27700" y="43180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4343400"/>
            <a:ext cx="444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000" y="46609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从造车新势力到全球化品牌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27700" y="49530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4000" y="4978400"/>
            <a:ext cx="444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服务生态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4000" y="52959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补能网络与用户运营双轮驱动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27700" y="55880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4000" y="5613400"/>
            <a:ext cx="444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未来之路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0" y="59309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2027 年技术路线图前瞻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89000"/>
            <a:ext cx="10668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287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349500"/>
            <a:ext cx="1066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206750"/>
            <a:ext cx="1066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064000"/>
            <a:ext cx="1066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921250"/>
            <a:ext cx="1066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品牌故事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